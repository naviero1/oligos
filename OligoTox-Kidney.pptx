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One-line pitch: we built a clean, well-documented SPREADSHEET of evidence on how
oligonucleotide drugs can harm the kidney — for a public NIH/NCATS data challenge.
Terms:
• "Oligonucleotide" (oligo) = a drug made of a short string of genetic letters
  (DNA/RNA), ~12–25 long, designed to switch a specific gene on/off. ~19 approved.
• "Nephrotoxicity" = kidney toxicity (nephro = kidney).
• "Per-measurement" = each row is one experimental result, the finest detail.
• "NCATS Phase 2" = the data-generation phase of the challenge; it scores DATASETS.
This deck is for a biochemistry expert to review the science and sign off the grades.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This frames the whole project. The "standard safety test" is the cheap
"are the cells alive?" test. These drugs often DON'T kill cells, so that test
gives a false all-clear. Our dataset is designed to record the subtler "the cell
is alive but not working" damage instead. "Traceable to source" = every number
points back to the exact paper/patent table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Why kidney, why now. Oligo drugs are a fast-growing, important class. The kidney
is especially exposed because it filters the blood and concentrates whatever
passes through, so these drugs pile up there. Several have caused real kidney
problems. "Proteinuria" = protein leaking into urine, a classic kidney-trouble
sign. Most existing open oligo-tox data is about the LIVER; kidney is under-served
— so an open kidney set fills a real public gap (Phase 2's "potential impact").
The missing piece is a tidy table linking each drug's design to a kidney-toxicity
score, ready for an in-silico model — that is our contribution.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(the key science slide)
30-second kidney primer: the kidney filters blood; tiny tubes called TUBULES then
reabsorb the good stuff (small proteins, sugars) back into the blood. The
PROXIMAL TUBULE is the main reabsorbing stretch; its lining cells do this work.
The pathway, left to right in the diagram:
• "PS-ASO" = the most common oligo type; "phosphorothioate (PS)" = a sulfur tweak
  to the drug's backbone that makes it stable and sticky — and easily taken into
  cells.
• "Glomerulus" = the kidney's filter; the drug passes into the filtered fluid.
• "Megalin / cubilin" = receptors (molecular catcher's mitts) on the tubule cells
  whose normal job is to grab small proteins back — they also grab these drugs.
• "Endocytosis" = the cell swallowing them inside; "lysosome" = the cell's
  recycling bin, where the drug piles up.
• Result: the busy, clogged cell stops reabsorbing small proteins, so those
  proteins LEAK into urine = "low-MW proteinuria." But the cell does NOT die.
This is "functional" (not working right) vs "cytotoxic" (killed). It's usually
reversible. We score this mild functional injury as GRADE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"MTT / viability test" = the standard cheap lab test that just checks if cells are
still alive. Because these drugs leave cells alive, that test says "safe" — a
false all-clear. The functional test (does the cell still reabsorb protein?)
reveals the real problem. The whole dataset exists to record that second kind of
result, not just the misleading first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"Readout category" = the KIND of measurement in a row. The bars show how our 111
rows split. We intentionally collected mostly FUNCTIONAL and INJURY-BIOMARKER
results (the meaningful ones) and only a few VIABILITY results (kept just to
contrast against them). Biomarkers named: KIM-1, NGAL, clusterin, cystatin C —
chemicals measurable in urine/blood that signal kidney stress early.
"Histopathology" = what the tissue looks like under a microscope.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The scoreboard. 65 distinct drugs; 111 measured results (a drug can appear in
several rows). Every row is kidney-specific — we did not pad with other-organ
data. 16 separate sources, all cited. "Modality" = drug family. "Negative
controls" = known-safe examples, needed so a model can tell safe from harmful.
"TBD" = our literal label for missing data we refused to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Two tables avoid repetition. Left = oligos.csv, one row per DRUG with its design
features (the suspected CAUSES of toxicity). Right = measurements.csv, one row per
RESULT with the graded outcome (the EFFECTS). "Primary key (PK)" = a table's
unique ID column. "Foreign key (FK)" = a column pointing to another table's key;
here each result stores the oligo_id of its drug, so the two tables join.
Predictor examples: sequence, chemistry, gapmer design. Outcome example:
nephrotox_grade plus a full source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Our single "answer" column: a 0-to-3 severity score.
0 = no kidney signal (a genuinely safe example).
1 = mild/functional/reversible — the sneaky protein-leak, cells don't die.
2 = moderate — an injury biomarker rises and/or tissue looks abnormal.
3 = severe — actual acute kidney injury, glomerulonephritis (inflammation of the
    filter units), or kidney failure.
"Ordinal" = ranked (0&lt;1&lt;2&lt;3) but gaps aren't necessarily equal. "Rubric" = the
written rulebook for assigning grades. "Anchor" = a famous example that pins each
level (inotersen for severe, etc.). Every grade is PROVISIONAL until a biochemistry
expert confirms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How the 111 results split by severity: 27 safe, 30 mild, 39 moderate, 15 severe.
A good dataset needs all levels represented. The grade-0 rows are deliberate SAFE
examples — drug types that spare the kidney: "GalNAc-siRNA" (liver-targeted, so
little reaches the kidney), "intrathecal" ASOs (injected into spinal fluid), and
aptamers. Bars are coloured green→yellow→orange→red to match the grade ladder.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Our drugs cover all the oligo families. Gapmers (40) dominate because they're the
most common and most kidney-relevant ASO design. Quick glossary:
• ASO gapmer — antisense strand with a DNA gap flanked by modified wings; the gap
  lets the enzyme RNase H chop the target RNA.
• GalNAc-siRNA — double-stranded silencer carrying a GalNAc sugar that homes it to
  the liver (so the kidney is largely spared).
• splice-switching ASO / PMO — change how a gene is assembled rather than
  destroying it; PMOs are the Duchenne muscular-dystrophy drugs.
• 1st-gen PS-DNA — older phosphorothioate DNA oligos.
• aptamer — an oligo folded into a 3-D shape that binds a target protein.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Where the results come from. "In-vitro" = in a dish; "in-vivo" = in a living
animal; "clinical" = in human patients. We have all three, across several species.
Why it matters: because human and animal results sit in the same table measured
the same way, you can directly compare how well an animal result predicts the
human one — the "translation gap" we return to in Finding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Three data-gathering methods, strongest first:
1. PRIMARY full-text — we read the original papers/patents (PDFs) with a tool
   called PyMuPDF and typed values in by hand. Gold standard.
2. REVIEW / secondary — summary papers that aggregate many studies, cross-checked
   against primary data.
3. WEBSEARCH-derived ("WS") — the weakest tier. Our secure computer BLOCKS direct
   downloading of full papers, so for some drugs we took figures from search-engine
   summaries of their official label/trial, and FLAGGED those rows to be verified
   against the original before any public release. 36 of 111 rows are this type.
"source_id" = a code in each row naming its source, so everything is traceable.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Our integrity rule, stated loudly because it's WHY the data can be trusted.
We never make up two things: the drug's genetic SEQUENCE and any toxicity NUMBER.
Even though an AI assistant helped build this, it was not allowed to fill those
from memory — only from a real, citable, copy-permitted source. If a drug had no
published kidney data, we left it out rather than invent rows to hit the target.
That's why only 33 of 65 drugs have sequences — the rest are honest blanks, which
is more trustworthy than a fake-complete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Our bibliography, split into the best kidney-specific papers (read in full) and
the real-world anchors/reviews/patents. The number in italics is each source's
code and how many rows it gave. Highlights:
• N2 Janssen — showed the sneaky dish phenotype + gave 3 real sequences.
• N3 patent — the jackpot: a public-domain table of many oligos with sequence AND
  toxicity together (21 rows, our biggest source).
• M1 Moisan / K1 Sandelius — human kidney-cell panels and urine biomarkers.
• A3/A4 SPC5001 — a drug that caused acute kidney injury first-in-human, also
  reproduced on a "kidney-on-chip" (a chip with living kidney cells).
• A1 inotersen — our severe anchor (caused glomerulonephritis in patients).
• Safe controls: inclisiran, givosiran, nusinersen.
The 36 "WS" rows are mostly approved drugs whose data came from label/trial
summaries (flagged for re-checking). Crooke 2018 (human) and Yu 2012 (monkey) let
us compare species.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Finding 1: we successfully captured the sneaky damage in machine-readable form.
For one drug (drisapersen) we have three rows: protein leak in human kidney cells
→ grade 1; cells alive → grade 0; monkey tissue normal → grade 0. Together they
say "the cell malfunctions without dying." A model trained on this can learn the
difference between reversible functional proteinuria and real structural injury —
something an alive/dead-only dataset can never convey.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Finding 2: one patent (US 11,105,794) was a goldmine. Its Table 1 lists many
oligos each with BOTH the genetic sequence AND a kidney-toxicity rating in animals
— rare, because usually those live in different places. The patent rated toxicity
in words (innocuous/low/medium/high); we translated those into our 0–3 numbers.
It added 21 rows and tripled our real sequences from 13 to 33. Because cause
(sequence) and effect (grade) sit together, it's the most "model-ready" data.
"Public domain" = freely reproducible (US patents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Finding 3: for these drugs, animal studies tend to show MORE kidney damage than
humans actually experience. This over-prediction is a known, consistent pattern —
so a model could learn to correct for it. We deliberately placed human data (e.g.
Crooke 2018) and animal data (e.g. Yu 2012 monkey) in the same table, measured the
same way, so the gap is visible and analysable rather than hidden. "Don't treat
animal histopathology as ground truth" = don't assume the animal microscope result
equals the human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NCATS scores Phase 2 on four "confidence factors"; this slide maps our work to each:
1. Ability to solve — is the data useful for building computer models that PREDICT
   oligo toxicity? Our design pairs each drug's sequence/chemistry with a graded
   kidney outcome — exactly what such a model needs.
2. Potential impact — does it fill a public gap? Most existing open oligo-tox data
   is about the LIVER; kidney data is scarce. Ours is the first open set linking
   oligo design to graded KIDNEY toxicity, including the easily-missed functional
   injury.
3. Feasibility &amp; rigor — would researchers trust it? Yes: nothing fabricated, every
   row sourced, controlled vocabulary, automated quality checks all passing.
4. Transparency &amp; reproducibility — is it open and re-checkable? Intended CC-BY open
   license; every value traces to its source; all the numbers regenerate from the
   data files. "FAIR" = Findable, Accessible, Interoperable, Reusable — the standard
   for good scientific data that NIH's data-sharing policy expects.
We designed for these four from the start, rather than fitting them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The previous slide covered the four high-level "judging factors." This one maps the
more granular TECHNICAL SCORING the Evaluation Panel applies, point by point:
• Experimental design (20 pts) — reviewers look for proper controls and replicates.
  We include 27 known-SAFE negative controls and clear severe positives (inotersen,
  SPC5001), plus paired rows on the same drug; replicates live in the source studies
  our provenance points to.
• Data translatability (20 pts) — can the data actually improve predictive models?
  Our design lines up drug predictors (sequence/chemistry/design) against graded
  toxicity, across all modalities and severities, and captures the two hardest
  signals (functional-not-lethal injury; animal-vs-human gap).
• Dataset management &amp; documentation (10 pts) — metadata, FAIR, and "common data
  elements" (shared, standard field definitions). We use stable IDs, an open license,
  controlled vocabularies, a full data dictionary, per-row provenance, and QC — plus
  the required Public Access &amp; Dissemination Plan (PADP.md) in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Two trust pillars. PROVENANCE = the documented origin of each value: which source,
which exact table/figure, and whether we're legally allowed to republish it
("public domain" = yes, e.g. patents and government labels; "summary stat" = we
only reproduce summary figures from copyrighted journals). QUALITY CONTROL =
automated checks that run after each data addition: valid categories, right column
counts, every result points to a real drug (no "orphans"), no duplicate IDs,
grades within 0–3, and the no-guessing rule. All currently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We state our weaknesses openly — for a scientist that builds trust. The grades
aren't expert-confirmed yet; 32 sequences are still blank; 36 rows came from web
summaries and need re-checking; the human-cell-in-a-dish rows (the most valuable)
are still a minority we want to grow; and the animal-over-prediction bias must be
accounted for in any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The concrete ask. (1) The big one: review our 0–3 grades against the rulebook and
confirm/correct them — focus on the 2-vs-3 boundary and whether we converted the
patent's word-ratings correctly; their sign-off lets us finalise the grades. (2)
Sanity-check the core biology story. (3) Point out any source they'd want
re-verified, especially the web-summary rows. Everything else (the written
narrative, WS verification, more sequences, a second patent) is paused until they
weigh in, so we don't polish things that might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A map of the project folder so the biochemistry expert knows where to look. The key
file for review is data/measurements.csv (the graded results); the rulebook is
schema.md.
Closing point: every count on these slides comes straight out of the data files,
so the deck can't drift from the underlying data. We'd love comments on specific
rows, not just general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OligoTox-Kidney — A Curated Nephrotoxicity Dataset for Oligonucleotide Therapeutics</dc:title>
  <dc:subject>Findings, methodology, and sources — for scientific review</dc:subject>
  <dc:creator>Created by Marp</dc:creator>
  <cp:lastModifiedBy>Created by Marp</cp:lastModifiedBy>
  <cp:revision>1</cp:revision>
  <dcterms:created xsi:type="dcterms:W3CDTF">2026-07-01T00:12:50Z</dcterms:created>
  <dcterms:modified xsi:type="dcterms:W3CDTF">2026-07-01T00:12:50Z</dcterms:modified>
</cp:coreProperties>
</file>